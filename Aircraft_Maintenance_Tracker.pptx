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8" r:id="rId10"/>
    <p:sldId id="266" r:id="rId11"/>
    <p:sldId id="267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89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7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8FB3CC"/>
                </a:solidFill>
              </a:rPr>
              <a:t>HOME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ABOUT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48CAE4"/>
                </a:solidFill>
              </a:rPr>
              <a:t>PROJECT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9" name="Image 1" descr="/home/claude/aircraft-ppt/assets/icons/hero_plane_cyan.png"/>
          <p:cNvPicPr>
            <a:picLocks noChangeAspect="1"/>
          </p:cNvPicPr>
          <p:nvPr/>
        </p:nvPicPr>
        <p:blipFill>
          <a:blip r:embed="rId5">
            <a:alphaModFix amt="96000"/>
          </a:blip>
          <a:stretch>
            <a:fillRect/>
          </a:stretch>
        </p:blipFill>
        <p:spPr>
          <a:xfrm rot="16200000">
            <a:off x="1402775" y="224842"/>
            <a:ext cx="1265021" cy="25892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2827" y="258172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" y="23317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640080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 system for tracking aircraft health, scheduled maintenance, defects, and spare-parts inventory.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507492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  <a:effectLst>
            <a:outerShdw blurRad="203200" dist="38100" dir="5400000" algn="bl" rotWithShape="0">
              <a:srgbClr val="0A2647">
                <a:alpha val="22000"/>
              </a:srgbClr>
            </a:outerShdw>
          </a:effectLst>
        </p:spPr>
      </p:sp>
      <p:pic>
        <p:nvPicPr>
          <p:cNvPr id="14" name="Image 2" descr="/home/claude/aircraft-ppt/assets/icons/plan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34009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524865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2520090115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09B3D2-C41D-C355-8611-B16E1D47A6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676656"/>
            <a:ext cx="4328160" cy="61813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7E96AC"/>
                </a:solidFill>
              </a:rPr>
              <a:t>HOME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ABOUT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0B7285"/>
                </a:solidFill>
              </a:rPr>
              <a:t>PROJECT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0A2647">
                <a:alpha val="1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4358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Aircraft Maintenance Matters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9" name="Image 1" descr="/home/claude/aircraft-ppt/assets/icons/search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04" y="199924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379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Aircraft Maintenance?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21488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inspection, servicing, and repair that keeps every aircraft system airworthy.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13" name="Image 2" descr="/home/claude/aircraft-ppt/assets/icons/shield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04" y="3233684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0723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Inspection Comes First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33832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checks protect passengers, crew, and aircraft integrity on every flight.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17" name="Image 3" descr="/home/claude/aircraft-ppt/assets/icons/clipboard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04" y="4468124"/>
            <a:ext cx="317480" cy="317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30682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Management System?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417320" y="46177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tracking replaces paper logs to prevent missed checks and lost defect history.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269480" y="1828800"/>
            <a:ext cx="4251960" cy="4160520"/>
          </a:xfrm>
          <a:prstGeom prst="roundRect">
            <a:avLst>
              <a:gd name="adj" fmla="val 3077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595360" y="2331720"/>
            <a:ext cx="1600200" cy="16002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22" name="Image 4" descr="/home/claude/aircraft-ppt/assets/icons/pla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743200"/>
            <a:ext cx="777240" cy="7772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3800" y="41605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Safety. Reliability.</a:t>
            </a:r>
            <a:endParaRPr lang="en-US" sz="16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Compliance.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635240" y="4892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inspection record, defect, and component matters to keep aircraft flight-ready.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1067FAF-3A2C-1253-601D-AC1D638B52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1782898"/>
            <a:ext cx="4282440" cy="21673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7E96AC"/>
                </a:solidFill>
              </a:rPr>
              <a:t>HOME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ABOUT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0B7285"/>
                </a:solidFill>
              </a:rPr>
              <a:t>PROJECT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0A2647">
                <a:alpha val="1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4358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 in Maintenance Tracking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48156" y="2514600"/>
            <a:ext cx="777240" cy="777240"/>
          </a:xfrm>
          <a:prstGeom prst="ellipse">
            <a:avLst/>
          </a:prstGeom>
          <a:solidFill>
            <a:srgbClr val="C8553D">
              <a:alpha val="12000"/>
            </a:srgbClr>
          </a:solidFill>
          <a:ln/>
        </p:spPr>
      </p:sp>
      <p:pic>
        <p:nvPicPr>
          <p:cNvPr id="10" name="Image 1" descr="/home/claude/aircraft-ppt/assets/icons/file_al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464" y="271119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35661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Maintenance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563624" y="4937760"/>
            <a:ext cx="146304" cy="146304"/>
          </a:xfrm>
          <a:prstGeom prst="ellipse">
            <a:avLst/>
          </a:prstGeom>
          <a:solidFill>
            <a:srgbClr val="C8553D">
              <a:alpha val="7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2834640" y="214884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42716" y="2514600"/>
            <a:ext cx="777240" cy="777240"/>
          </a:xfrm>
          <a:prstGeom prst="ellipse">
            <a:avLst/>
          </a:prstGeom>
          <a:solidFill>
            <a:srgbClr val="C8553D">
              <a:alpha val="12000"/>
            </a:srgbClr>
          </a:solidFill>
          <a:ln/>
        </p:spPr>
      </p:sp>
      <p:pic>
        <p:nvPicPr>
          <p:cNvPr id="15" name="Image 2" descr="/home/claude/aircraft-ppt/assets/icons/clo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1024" y="2711196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44368" y="35661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758184" y="4937760"/>
            <a:ext cx="146304" cy="146304"/>
          </a:xfrm>
          <a:prstGeom prst="ellipse">
            <a:avLst/>
          </a:prstGeom>
          <a:solidFill>
            <a:srgbClr val="C8553D">
              <a:alpha val="7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5029200" y="214884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637276" y="2514600"/>
            <a:ext cx="777240" cy="777240"/>
          </a:xfrm>
          <a:prstGeom prst="ellipse">
            <a:avLst/>
          </a:prstGeom>
          <a:solidFill>
            <a:srgbClr val="C8553D">
              <a:alpha val="12000"/>
            </a:srgbClr>
          </a:solidFill>
          <a:ln/>
        </p:spPr>
      </p:sp>
      <p:pic>
        <p:nvPicPr>
          <p:cNvPr id="20" name="Image 3" descr="/home/claude/aircraft-ppt/assets/icons/bug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5584" y="2711196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38928" y="35661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Defect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952744" y="4937760"/>
            <a:ext cx="146304" cy="146304"/>
          </a:xfrm>
          <a:prstGeom prst="ellipse">
            <a:avLst/>
          </a:prstGeom>
          <a:solidFill>
            <a:srgbClr val="C8553D">
              <a:alpha val="7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7223760" y="214884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831836" y="2514600"/>
            <a:ext cx="777240" cy="777240"/>
          </a:xfrm>
          <a:prstGeom prst="ellipse">
            <a:avLst/>
          </a:prstGeom>
          <a:solidFill>
            <a:srgbClr val="C8553D">
              <a:alpha val="12000"/>
            </a:srgbClr>
          </a:solidFill>
          <a:ln/>
        </p:spPr>
      </p:sp>
      <p:pic>
        <p:nvPicPr>
          <p:cNvPr id="25" name="Image 4" descr="/home/claude/aircraft-ppt/assets/icons/boxes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711196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33488" y="35661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Difficulties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147304" y="4937760"/>
            <a:ext cx="146304" cy="146304"/>
          </a:xfrm>
          <a:prstGeom prst="ellipse">
            <a:avLst/>
          </a:prstGeom>
          <a:solidFill>
            <a:srgbClr val="C8553D">
              <a:alpha val="7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9418320" y="214884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0026396" y="2514600"/>
            <a:ext cx="777240" cy="777240"/>
          </a:xfrm>
          <a:prstGeom prst="ellipse">
            <a:avLst/>
          </a:prstGeom>
          <a:solidFill>
            <a:srgbClr val="C8553D">
              <a:alpha val="12000"/>
            </a:srgbClr>
          </a:solidFill>
          <a:ln/>
        </p:spPr>
      </p:sp>
      <p:pic>
        <p:nvPicPr>
          <p:cNvPr id="30" name="Image 5" descr="/home/claude/aircraft-ppt/assets/icons/sitemap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4704" y="2711196"/>
            <a:ext cx="420624" cy="4206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528048" y="35661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Centralized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10341864" y="4937760"/>
            <a:ext cx="146304" cy="146304"/>
          </a:xfrm>
          <a:prstGeom prst="ellipse">
            <a:avLst/>
          </a:prstGeom>
          <a:solidFill>
            <a:srgbClr val="C8553D">
              <a:alpha val="70000"/>
            </a:srgbClr>
          </a:solidFill>
          <a:ln/>
        </p:spPr>
      </p:sp>
      <p:sp>
        <p:nvSpPr>
          <p:cNvPr id="33" name="Text 25"/>
          <p:cNvSpPr/>
          <p:nvPr/>
        </p:nvSpPr>
        <p:spPr>
          <a:xfrm>
            <a:off x="640080" y="5650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unified platform, maintenance teams lose visibility — risking safety, compliance, and turnaround time.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7E96AC"/>
                </a:solidFill>
              </a:rPr>
              <a:t>HOME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ABOUT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0B7285"/>
                </a:solidFill>
              </a:rPr>
              <a:t>PROJECT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0A2647">
                <a:alpha val="1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4358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System Sets Out To Do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2240280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10" name="Image 1" descr="/home/claude/aircraft-ppt/assets/icons/plane_cyan_b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972" y="236500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03911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Aircraft Information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54480" y="235000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profile for every aircraft in the fleet.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7178040" y="203911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178040" y="235000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35584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1248" y="3721608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20" name="Image 3" descr="/home/claude/aircraft-ppt/assets/icons/bug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972" y="3846332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5204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&amp; Manage Defects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554480" y="383133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Log, assign, and resolve issues with a clear history.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63640" y="335584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64808" y="3721608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25" name="Image 4" descr="/home/claude/aircraft-ppt/assets/icons/boxes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9532" y="3846332"/>
            <a:ext cx="317480" cy="317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78040" y="35204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Spare Parts Inventory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178040" y="383133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stock levels for critical components.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40080" y="4863054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1248" y="5029200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30" name="Image 5" descr="/home/claude/aircraft-ppt/assets/icons/chart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972" y="5153924"/>
            <a:ext cx="317480" cy="317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554480" y="495604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Maintenance Efficiency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1554480" y="529437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decisions through organized, accessible data.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C2AE764-E7AF-D70A-0C1D-615496FF08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0083" y="742219"/>
            <a:ext cx="3916393" cy="24307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8FB3CC"/>
                </a:solidFill>
              </a:rPr>
              <a:t>HOME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ABOUT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48CAE4"/>
                </a:solidFill>
              </a:rPr>
              <a:t>PROJECT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4358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Modules Connect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998568" y="1783080"/>
            <a:ext cx="219456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pic>
        <p:nvPicPr>
          <p:cNvPr id="9" name="Image 1" descr="/home/claude/aircraft-ppt/assets/icons/us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448" y="19202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38648" y="178308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095848" y="2441448"/>
            <a:ext cx="0" cy="347472"/>
          </a:xfrm>
          <a:prstGeom prst="line">
            <a:avLst/>
          </a:prstGeom>
          <a:noFill/>
          <a:ln w="22225">
            <a:solidFill>
              <a:srgbClr val="48CAE4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861408" y="2788920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pic>
        <p:nvPicPr>
          <p:cNvPr id="13" name="Image 2" descr="/home/claude/aircraft-ppt/assets/icons/dash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288" y="29260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01488" y="27889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2214220" y="3447288"/>
            <a:ext cx="0" cy="804672"/>
          </a:xfrm>
          <a:prstGeom prst="line">
            <a:avLst/>
          </a:prstGeom>
          <a:noFill/>
          <a:ln w="15875">
            <a:solidFill>
              <a:srgbClr val="48CAE4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1048360" y="42519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pic>
        <p:nvPicPr>
          <p:cNvPr id="17" name="Image 3" descr="/home/claude/aircraft-ppt/assets/icons/plane_whit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240" y="452170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88440" y="4251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801972" y="3447288"/>
            <a:ext cx="0" cy="804672"/>
          </a:xfrm>
          <a:prstGeom prst="line">
            <a:avLst/>
          </a:prstGeom>
          <a:noFill/>
          <a:ln w="15875">
            <a:solidFill>
              <a:srgbClr val="48CAE4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3636112" y="42519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pic>
        <p:nvPicPr>
          <p:cNvPr id="21" name="Image 4" descr="/home/claude/aircraft-ppt/assets/icons/tool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8992" y="45217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276192" y="4251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89724" y="3447288"/>
            <a:ext cx="0" cy="804672"/>
          </a:xfrm>
          <a:prstGeom prst="line">
            <a:avLst/>
          </a:prstGeom>
          <a:noFill/>
          <a:ln w="15875">
            <a:solidFill>
              <a:srgbClr val="48CAE4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6223864" y="42519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pic>
        <p:nvPicPr>
          <p:cNvPr id="25" name="Image 5" descr="/home/claude/aircraft-ppt/assets/icons/bu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6744" y="452170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63944" y="4251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Mgmt.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9977476" y="3447288"/>
            <a:ext cx="0" cy="804672"/>
          </a:xfrm>
          <a:prstGeom prst="line">
            <a:avLst/>
          </a:prstGeom>
          <a:noFill/>
          <a:ln w="15875">
            <a:solidFill>
              <a:srgbClr val="48CAE4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8811616" y="42519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pic>
        <p:nvPicPr>
          <p:cNvPr id="29" name="Image 6" descr="/home/claude/aircraft-ppt/assets/icons/boxe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4496" y="452170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51696" y="4251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Mgmt.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dashboard orchestrates four focused modules — each owning one part of the maintenance lifecycle.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7E96AC"/>
                </a:solidFill>
              </a:rPr>
              <a:t>HOME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ABOUT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0B7285"/>
                </a:solidFill>
              </a:rPr>
              <a:t>PROJECT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0A2647">
                <a:alpha val="1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4358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 Modern Front-End Stack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56716" y="2761488"/>
            <a:ext cx="960120" cy="960120"/>
          </a:xfrm>
          <a:prstGeom prst="ellipse">
            <a:avLst/>
          </a:prstGeom>
          <a:solidFill>
            <a:srgbClr val="205295">
              <a:alpha val="10000"/>
            </a:srgbClr>
          </a:solidFill>
          <a:ln/>
        </p:spPr>
      </p:sp>
      <p:pic>
        <p:nvPicPr>
          <p:cNvPr id="10" name="Image 1" descr="/home/claude/aircraft-ppt/assets/icons/reac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003804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31520" y="43159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UI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834640" y="237744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51276" y="2761488"/>
            <a:ext cx="960120" cy="960120"/>
          </a:xfrm>
          <a:prstGeom prst="ellipse">
            <a:avLst/>
          </a:prstGeom>
          <a:solidFill>
            <a:srgbClr val="205295">
              <a:alpha val="10000"/>
            </a:srgbClr>
          </a:solidFill>
          <a:ln/>
        </p:spPr>
      </p:sp>
      <p:pic>
        <p:nvPicPr>
          <p:cNvPr id="15" name="Image 2" descr="/home/claude/aircraft-ppt/assets/icons/js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3003804"/>
            <a:ext cx="530352" cy="5303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2608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2926080" y="43159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ES6 Logic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029200" y="237744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545836" y="2761488"/>
            <a:ext cx="960120" cy="960120"/>
          </a:xfrm>
          <a:prstGeom prst="ellipse">
            <a:avLst/>
          </a:prstGeom>
          <a:solidFill>
            <a:srgbClr val="205295">
              <a:alpha val="10000"/>
            </a:srgbClr>
          </a:solidFill>
          <a:ln/>
        </p:spPr>
      </p:sp>
      <p:pic>
        <p:nvPicPr>
          <p:cNvPr id="20" name="Image 3" descr="/home/claude/aircraft-ppt/assets/icons/css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3003804"/>
            <a:ext cx="530352" cy="5303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2064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120640" y="43159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223760" y="237744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40396" y="2761488"/>
            <a:ext cx="960120" cy="960120"/>
          </a:xfrm>
          <a:prstGeom prst="ellipse">
            <a:avLst/>
          </a:prstGeom>
          <a:solidFill>
            <a:srgbClr val="205295">
              <a:alpha val="10000"/>
            </a:srgbClr>
          </a:solidFill>
          <a:ln/>
        </p:spPr>
      </p:sp>
      <p:pic>
        <p:nvPicPr>
          <p:cNvPr id="25" name="Image 4" descr="/home/claude/aircraft-ppt/assets/icons/vscode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0" y="3003804"/>
            <a:ext cx="530352" cy="5303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7315200" y="43159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418320" y="237744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934956" y="2761488"/>
            <a:ext cx="960120" cy="960120"/>
          </a:xfrm>
          <a:prstGeom prst="ellipse">
            <a:avLst/>
          </a:prstGeom>
          <a:solidFill>
            <a:srgbClr val="205295">
              <a:alpha val="10000"/>
            </a:srgbClr>
          </a:solidFill>
          <a:ln/>
        </p:spPr>
      </p:sp>
      <p:pic>
        <p:nvPicPr>
          <p:cNvPr id="30" name="Image 5" descr="/home/claude/aircraft-ppt/assets/icons/github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9840" y="3003804"/>
            <a:ext cx="530352" cy="53035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50976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9509760" y="43159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lightweight, component-driven stack chosen for fast iteration and a responsive user experience.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8FB3CC"/>
                </a:solidFill>
              </a:rPr>
              <a:t>HOME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ABOUT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48CAE4"/>
                </a:solidFill>
              </a:rPr>
              <a:t>PROJECT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WORKFLOW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4358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User Action to Updated UI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1452" y="283464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58672" y="3035808"/>
            <a:ext cx="640080" cy="64008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</p:sp>
      <p:pic>
        <p:nvPicPr>
          <p:cNvPr id="10" name="Image 1" descr="/home/claude/aircraft-ppt/assets/icons/us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832" y="3172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7172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552548" y="3589020"/>
            <a:ext cx="310896" cy="0"/>
          </a:xfrm>
          <a:prstGeom prst="line">
            <a:avLst/>
          </a:prstGeom>
          <a:noFill/>
          <a:ln w="25400">
            <a:solidFill>
              <a:srgbClr val="48CAE4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900020" y="283464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17240" y="3035808"/>
            <a:ext cx="640080" cy="64008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</p:sp>
      <p:pic>
        <p:nvPicPr>
          <p:cNvPr id="15" name="Image 2" descr="/home/claude/aircraft-ppt/assets/icons/cod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4400" y="31729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45740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811116" y="3589020"/>
            <a:ext cx="310896" cy="0"/>
          </a:xfrm>
          <a:prstGeom prst="line">
            <a:avLst/>
          </a:prstGeom>
          <a:noFill/>
          <a:ln w="25400">
            <a:solidFill>
              <a:srgbClr val="48CAE4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158588" y="283464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775808" y="3035808"/>
            <a:ext cx="640080" cy="64008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</p:sp>
      <p:pic>
        <p:nvPicPr>
          <p:cNvPr id="20" name="Image 3" descr="/home/claude/aircraft-ppt/assets/icons/sync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2968" y="317296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04308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069684" y="3589020"/>
            <a:ext cx="310896" cy="0"/>
          </a:xfrm>
          <a:prstGeom prst="line">
            <a:avLst/>
          </a:prstGeom>
          <a:noFill/>
          <a:ln w="25400">
            <a:solidFill>
              <a:srgbClr val="48CAE4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417156" y="283464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34376" y="3035808"/>
            <a:ext cx="640080" cy="64008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</p:sp>
      <p:pic>
        <p:nvPicPr>
          <p:cNvPr id="25" name="Image 4" descr="/home/claude/aircraft-ppt/assets/icons/red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1536" y="317296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62876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Re-render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9328252" y="3589020"/>
            <a:ext cx="310896" cy="0"/>
          </a:xfrm>
          <a:prstGeom prst="line">
            <a:avLst/>
          </a:prstGeom>
          <a:noFill/>
          <a:ln w="25400">
            <a:solidFill>
              <a:srgbClr val="48CAE4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9675724" y="283464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0292944" y="3035808"/>
            <a:ext cx="640080" cy="64008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</p:sp>
      <p:pic>
        <p:nvPicPr>
          <p:cNvPr id="30" name="Image 5" descr="/home/claude/aircraft-ppt/assets/icons/desktop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0104" y="3172968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21444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predictable one-directional cycle keeps the dashboard fast, consistent, and easy to debug.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7E96AC"/>
                </a:solidFill>
              </a:rPr>
              <a:t>HOME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ABOUT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0B7285"/>
                </a:solidFill>
              </a:rPr>
              <a:t>PROJECT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0A2647">
                <a:alpha val="1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0438" y="809245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 Black" panose="020B0A04020102020204" pitchFamily="34" charset="0"/>
              </a:rPr>
              <a:t>                    Project folder structure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737360" y="21762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37360" y="25420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endParaRPr lang="en-US" sz="1180" dirty="0"/>
          </a:p>
        </p:txBody>
      </p:sp>
      <p:sp>
        <p:nvSpPr>
          <p:cNvPr id="16" name="Text 11"/>
          <p:cNvSpPr/>
          <p:nvPr/>
        </p:nvSpPr>
        <p:spPr>
          <a:xfrm>
            <a:off x="7360920" y="21762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360920" y="25420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endParaRPr lang="en-US" sz="1180" dirty="0"/>
          </a:p>
        </p:txBody>
      </p:sp>
      <p:sp>
        <p:nvSpPr>
          <p:cNvPr id="21" name="Text 15"/>
          <p:cNvSpPr/>
          <p:nvPr/>
        </p:nvSpPr>
        <p:spPr>
          <a:xfrm>
            <a:off x="1737360" y="4233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737360" y="45994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endParaRPr lang="en-US" sz="1180" dirty="0"/>
          </a:p>
        </p:txBody>
      </p:sp>
      <p:sp>
        <p:nvSpPr>
          <p:cNvPr id="26" name="Text 19"/>
          <p:cNvSpPr/>
          <p:nvPr/>
        </p:nvSpPr>
        <p:spPr>
          <a:xfrm>
            <a:off x="7360920" y="4233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360920" y="45994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endParaRPr lang="en-US" sz="1180" dirty="0"/>
          </a:p>
        </p:txBody>
      </p:sp>
      <p:sp>
        <p:nvSpPr>
          <p:cNvPr id="28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6DB534-5803-4406-51E9-DD2F4F120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952" y="1741932"/>
            <a:ext cx="2217612" cy="470956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66C3E48-61D6-08E9-8D97-1244A7263B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165" y="1741932"/>
            <a:ext cx="2179509" cy="4709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7E96AC"/>
                </a:solidFill>
              </a:rPr>
              <a:t>HOME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ABOUT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0B7285"/>
                </a:solidFill>
              </a:rPr>
              <a:t>PROJECT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0A2647">
                <a:alpha val="1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09160" y="720823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A2647"/>
                </a:solidFill>
                <a:latin typeface="Arial" pitchFamily="34" charset="0"/>
                <a:cs typeface="Arial" pitchFamily="34" charset="-120"/>
              </a:rPr>
              <a:t>WEBSITE</a:t>
            </a:r>
            <a:endParaRPr lang="en-IN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591056" y="2139696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Integration</a:t>
            </a:r>
            <a:endParaRPr lang="en-US" sz="1320" dirty="0"/>
          </a:p>
        </p:txBody>
      </p:sp>
      <p:sp>
        <p:nvSpPr>
          <p:cNvPr id="12" name="Text 8"/>
          <p:cNvSpPr/>
          <p:nvPr/>
        </p:nvSpPr>
        <p:spPr>
          <a:xfrm>
            <a:off x="877824" y="283464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43400" y="192024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81144" y="2157984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15" name="Image 2" descr="/home/claude/aircraft-ppt/assets/icons/robo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868" y="2282708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94376" y="2139696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Prediction</a:t>
            </a:r>
            <a:endParaRPr lang="en-US" sz="1320" dirty="0"/>
          </a:p>
        </p:txBody>
      </p:sp>
      <p:sp>
        <p:nvSpPr>
          <p:cNvPr id="17" name="Text 12"/>
          <p:cNvSpPr/>
          <p:nvPr/>
        </p:nvSpPr>
        <p:spPr>
          <a:xfrm>
            <a:off x="4581144" y="283464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component failures before they happen.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46720" y="192024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84464" y="2157984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20" name="Image 3" descr="/home/claude/aircraft-ppt/assets/icons/bol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188" y="2282708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97696" y="2139696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</a:t>
            </a:r>
            <a:endParaRPr lang="en-US" sz="1320" dirty="0"/>
          </a:p>
        </p:txBody>
      </p:sp>
      <p:sp>
        <p:nvSpPr>
          <p:cNvPr id="22" name="Text 16"/>
          <p:cNvSpPr/>
          <p:nvPr/>
        </p:nvSpPr>
        <p:spPr>
          <a:xfrm>
            <a:off x="8284464" y="283464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notifications for critical maintenance events.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1591056" y="407822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20" dirty="0"/>
          </a:p>
        </p:txBody>
      </p:sp>
      <p:sp>
        <p:nvSpPr>
          <p:cNvPr id="27" name="Text 20"/>
          <p:cNvSpPr/>
          <p:nvPr/>
        </p:nvSpPr>
        <p:spPr>
          <a:xfrm>
            <a:off x="877824" y="4773168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343400" y="3858768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581144" y="4096512"/>
            <a:ext cx="566928" cy="566928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pic>
        <p:nvPicPr>
          <p:cNvPr id="30" name="Image 5" descr="/home/claude/aircraft-ppt/assets/icons/usercog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868" y="4221236"/>
            <a:ext cx="317480" cy="317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94376" y="407822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Assignment</a:t>
            </a:r>
            <a:endParaRPr lang="en-US" sz="1320" dirty="0"/>
          </a:p>
        </p:txBody>
      </p:sp>
      <p:sp>
        <p:nvSpPr>
          <p:cNvPr id="32" name="Text 24"/>
          <p:cNvSpPr/>
          <p:nvPr/>
        </p:nvSpPr>
        <p:spPr>
          <a:xfrm>
            <a:off x="4581144" y="4773168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defects to the right specialist automatically.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8997696" y="407822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20" dirty="0"/>
          </a:p>
        </p:txBody>
      </p:sp>
      <p:sp>
        <p:nvSpPr>
          <p:cNvPr id="37" name="Text 28"/>
          <p:cNvSpPr/>
          <p:nvPr/>
        </p:nvSpPr>
        <p:spPr>
          <a:xfrm>
            <a:off x="8284464" y="4773168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465F825-7CB7-A5EC-C7CD-5A4A68CAB1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1929383"/>
            <a:ext cx="3456431" cy="169164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F6D1F0A-5A95-6C67-7C99-5F45C17407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3399" y="1920239"/>
            <a:ext cx="3502153" cy="170992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942D9C7-9656-D0B0-8656-063F9023A7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5529" y="1920240"/>
            <a:ext cx="3712465" cy="170992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954A7E4-BE78-BE77-6941-D2B4274B48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7756" y="3867910"/>
            <a:ext cx="4707652" cy="18836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7E96AC"/>
                </a:solidFill>
              </a:rPr>
              <a:t>HOME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ABOUT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0B7285"/>
                </a:solidFill>
              </a:rPr>
              <a:t>PROJECT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0A2647">
                <a:alpha val="1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CO-WISE IMPLEMENTATION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4358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Outcomes Mapped to the Project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2157984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00B4D8">
              <a:alpha val="86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215798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6112" y="2706624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application structure and user interface.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4343400" y="192024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9432" y="2157984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00B4D8">
              <a:alpha val="86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599432" y="215798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99432" y="2706624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JavaScript logic and event handling.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8046720" y="192024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02752" y="2157984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00B4D8">
              <a:alpha val="86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302752" y="215798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02752" y="2706624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React state management and forms.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640080" y="3858768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96112" y="4096512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00B4D8">
              <a:alpha val="86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96112" y="409651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96112" y="4645152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component communication and data flow.</a:t>
            </a:r>
            <a:endParaRPr lang="en-US" sz="1180" dirty="0"/>
          </a:p>
        </p:txBody>
      </p:sp>
      <p:sp>
        <p:nvSpPr>
          <p:cNvPr id="24" name="Shape 21"/>
          <p:cNvSpPr/>
          <p:nvPr/>
        </p:nvSpPr>
        <p:spPr>
          <a:xfrm>
            <a:off x="4343400" y="3858768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99432" y="4096512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00B4D8">
              <a:alpha val="86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599432" y="409651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599432" y="4645152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responsive and user-friendly design.</a:t>
            </a:r>
            <a:endParaRPr lang="en-US" sz="1180" dirty="0"/>
          </a:p>
        </p:txBody>
      </p:sp>
      <p:sp>
        <p:nvSpPr>
          <p:cNvPr id="28" name="Shape 25"/>
          <p:cNvSpPr/>
          <p:nvPr/>
        </p:nvSpPr>
        <p:spPr>
          <a:xfrm>
            <a:off x="8046720" y="3858768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205295">
                <a:alpha val="20000"/>
              </a:srgbClr>
            </a:solidFill>
            <a:prstDash val="solid"/>
          </a:ln>
          <a:effectLst>
            <a:outerShdw blurRad="152400" dist="38100" dir="5400000" algn="bl" rotWithShape="0">
              <a:srgbClr val="0A2647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302752" y="4096512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00B4D8">
              <a:alpha val="86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302752" y="409651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CO6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302752" y="4645152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and maintained project using GitHub and VS Code.</a:t>
            </a:r>
            <a:endParaRPr lang="en-US" sz="1180" dirty="0"/>
          </a:p>
        </p:txBody>
      </p:sp>
      <p:sp>
        <p:nvSpPr>
          <p:cNvPr id="32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8FB3CC"/>
                </a:solidFill>
              </a:rPr>
              <a:t>HOME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ABOUT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48CAE4"/>
                </a:solidFill>
              </a:rPr>
              <a:t>PROJECT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4358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System Adds Value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4672" y="24780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49808" y="4114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48394" y="929064"/>
            <a:ext cx="1993392" cy="2463058"/>
          </a:xfrm>
          <a:prstGeom prst="roundRect">
            <a:avLst>
              <a:gd name="adj" fmla="val 550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Text 10"/>
          <p:cNvSpPr/>
          <p:nvPr/>
        </p:nvSpPr>
        <p:spPr>
          <a:xfrm>
            <a:off x="8058122" y="9247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644725" y="2368599"/>
            <a:ext cx="777240" cy="777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pic>
        <p:nvPicPr>
          <p:cNvPr id="16" name="Image 2" descr="/home/claude/aircraft-ppt/assets/icons/shiel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5520" y="2550053"/>
            <a:ext cx="423731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58122" y="128568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Aircraft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0021496" y="929065"/>
            <a:ext cx="1993392" cy="2463057"/>
          </a:xfrm>
          <a:prstGeom prst="roundRect">
            <a:avLst>
              <a:gd name="adj" fmla="val 550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Text 14"/>
          <p:cNvSpPr/>
          <p:nvPr/>
        </p:nvSpPr>
        <p:spPr>
          <a:xfrm>
            <a:off x="10180917" y="950975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0638117" y="2312139"/>
            <a:ext cx="777240" cy="777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1" name="Image 3" descr="/home/claude/aircraft-ppt/assets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10716768" y="2493454"/>
            <a:ext cx="580644" cy="53225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16312" y="126088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Maintenance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997291" y="3528505"/>
            <a:ext cx="1993392" cy="3108960"/>
          </a:xfrm>
          <a:prstGeom prst="roundRect">
            <a:avLst>
              <a:gd name="adj" fmla="val 550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Text 18"/>
          <p:cNvSpPr/>
          <p:nvPr/>
        </p:nvSpPr>
        <p:spPr>
          <a:xfrm>
            <a:off x="8086876" y="3629737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8545758" y="5148072"/>
            <a:ext cx="777240" cy="777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6" name="Image 4" descr="/home/claude/aircraft-ppt/assets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2354" y="5266145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97291" y="4285862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Defect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10080268" y="3537650"/>
            <a:ext cx="1993392" cy="3108960"/>
          </a:xfrm>
          <a:prstGeom prst="roundRect">
            <a:avLst>
              <a:gd name="adj" fmla="val 550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  <a:effectLst>
            <a:outerShdw blurRad="177800" dist="38100" dir="5400000" algn="bl" rotWithShape="0">
              <a:srgbClr val="0A2647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Text 22"/>
          <p:cNvSpPr/>
          <p:nvPr/>
        </p:nvSpPr>
        <p:spPr>
          <a:xfrm>
            <a:off x="10383012" y="3629737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10840212" y="5221763"/>
            <a:ext cx="777240" cy="777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1" name="Image 5" descr="/home/claude/aircraft-ppt/assets/icons/boxes_white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3280" y="5340097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239210" y="4114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Spare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Monitoring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39538AC-41DC-0060-CFE7-DA40AE56E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8150" y="2160593"/>
            <a:ext cx="5184367" cy="40298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7E96AC"/>
                </a:solidFill>
              </a:rPr>
              <a:t>HOME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ABOUT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0B7285"/>
                </a:solidFill>
              </a:rPr>
              <a:t>PROJECT</a:t>
            </a:r>
            <a:r>
              <a:rPr lang="en-US" sz="1050" dirty="0">
                <a:solidFill>
                  <a:srgbClr val="7E96AC"/>
                </a:solidFill>
              </a:rPr>
              <a:t>      </a:t>
            </a:r>
            <a:r>
              <a:rPr lang="en-US" sz="1050" b="1" kern="0" spc="160" dirty="0">
                <a:solidFill>
                  <a:srgbClr val="7E96A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0A2647">
                <a:alpha val="1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2446" y="74291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083495"/>
            <a:ext cx="3977640" cy="386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It All Together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 turns scattered paper logs into one organized, visual workflow — giving teams a faster, clearer way to manage aircraft health, defects, and inventory.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3456432" cy="2331720"/>
          </a:xfrm>
          <a:prstGeom prst="roundRect">
            <a:avLst>
              <a:gd name="adj" fmla="val 4706"/>
            </a:avLst>
          </a:prstGeom>
          <a:solidFill>
            <a:srgbClr val="0A2647">
              <a:alpha val="96000"/>
            </a:srgbClr>
          </a:solidFill>
          <a:ln/>
          <a:effectLst>
            <a:outerShdw blurRad="177800" dist="38100" dir="5400000" algn="bl" rotWithShape="0">
              <a:srgbClr val="0A2647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79676" y="3264408"/>
            <a:ext cx="777240" cy="777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pic>
        <p:nvPicPr>
          <p:cNvPr id="11" name="Image 1" descr="/home/claude/aircraft-ppt/assets/icons/troph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346100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420624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Foundation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14400" y="4544568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30" dirty="0">
                <a:solidFill>
                  <a:srgbClr val="CF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React front end covering the full maintenance lifecycle.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4389120" y="2941780"/>
            <a:ext cx="3456432" cy="2331720"/>
          </a:xfrm>
          <a:prstGeom prst="roundRect">
            <a:avLst>
              <a:gd name="adj" fmla="val 4706"/>
            </a:avLst>
          </a:prstGeom>
          <a:solidFill>
            <a:srgbClr val="0A2647">
              <a:alpha val="96000"/>
            </a:srgbClr>
          </a:solidFill>
          <a:ln/>
          <a:effectLst>
            <a:outerShdw blurRad="177800" dist="38100" dir="5400000" algn="bl" rotWithShape="0">
              <a:srgbClr val="0A2647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1"/>
          <p:cNvSpPr/>
          <p:nvPr/>
        </p:nvSpPr>
        <p:spPr>
          <a:xfrm>
            <a:off x="5682996" y="3264408"/>
            <a:ext cx="777240" cy="777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pic>
        <p:nvPicPr>
          <p:cNvPr id="16" name="Image 2" descr="/home/claude/aircraft-ppt/assets/icons/rock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346100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420624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Scale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617720" y="4544568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30" dirty="0">
                <a:solidFill>
                  <a:srgbClr val="CF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structure makes future features straightforward to add.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8046720" y="2971800"/>
            <a:ext cx="3456432" cy="2331720"/>
          </a:xfrm>
          <a:prstGeom prst="roundRect">
            <a:avLst>
              <a:gd name="adj" fmla="val 4706"/>
            </a:avLst>
          </a:prstGeom>
          <a:solidFill>
            <a:srgbClr val="0A2647">
              <a:alpha val="96000"/>
            </a:srgbClr>
          </a:solidFill>
          <a:ln/>
          <a:effectLst>
            <a:outerShdw blurRad="177800" dist="38100" dir="5400000" algn="bl" rotWithShape="0">
              <a:srgbClr val="0A2647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86316" y="3264408"/>
            <a:ext cx="777240" cy="777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pic>
        <p:nvPicPr>
          <p:cNvPr id="21" name="Image 3" descr="/home/claude/aircraft-ppt/assets/icons/shield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912" y="346100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420624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Safety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321040" y="4544568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30" dirty="0">
                <a:solidFill>
                  <a:srgbClr val="CF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tracking supports timely, well-documented inspections.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rcraft-ppt/assets/icons/pla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60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TRACKER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92240" y="256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60" dirty="0">
                <a:solidFill>
                  <a:srgbClr val="8FB3CC"/>
                </a:solidFill>
              </a:rPr>
              <a:t>HOME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ABOUT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48CAE4"/>
                </a:solidFill>
              </a:rPr>
              <a:t>PROJECT</a:t>
            </a:r>
            <a:r>
              <a:rPr lang="en-US" sz="1050" dirty="0">
                <a:solidFill>
                  <a:srgbClr val="8FB3CC"/>
                </a:solidFill>
              </a:rPr>
              <a:t>      </a:t>
            </a:r>
            <a:r>
              <a:rPr lang="en-US" sz="1050" b="1" kern="0" spc="160" dirty="0">
                <a:solidFill>
                  <a:srgbClr val="8FB3CC"/>
                </a:solidFill>
              </a:rPr>
              <a:t>CONTACT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76656"/>
            <a:ext cx="11185855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49440" y="2788920"/>
            <a:ext cx="1463040" cy="0"/>
          </a:xfrm>
          <a:prstGeom prst="line">
            <a:avLst/>
          </a:prstGeom>
          <a:noFill/>
          <a:ln w="30480">
            <a:solidFill>
              <a:srgbClr val="48CAE4">
                <a:alpha val="6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84848" y="3026664"/>
            <a:ext cx="1143000" cy="0"/>
          </a:xfrm>
          <a:prstGeom prst="line">
            <a:avLst/>
          </a:prstGeom>
          <a:noFill/>
          <a:ln w="30480">
            <a:solidFill>
              <a:srgbClr val="48CAE4">
                <a:alpha val="53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20256" y="3264408"/>
            <a:ext cx="822960" cy="0"/>
          </a:xfrm>
          <a:prstGeom prst="line">
            <a:avLst/>
          </a:prstGeom>
          <a:noFill/>
          <a:ln w="30480">
            <a:solidFill>
              <a:srgbClr val="48CAE4">
                <a:alpha val="41000"/>
              </a:srgbClr>
            </a:solidFill>
            <a:prstDash val="solid"/>
          </a:ln>
        </p:spPr>
      </p:sp>
      <p:pic>
        <p:nvPicPr>
          <p:cNvPr id="9" name="Image 1" descr="/home/claude/aircraft-ppt/assets/icons/hero_plane_cyan.png"/>
          <p:cNvPicPr>
            <a:picLocks noChangeAspect="1"/>
          </p:cNvPicPr>
          <p:nvPr/>
        </p:nvPicPr>
        <p:blipFill>
          <a:blip r:embed="rId5">
            <a:alphaModFix amt="96000"/>
          </a:blip>
          <a:stretch>
            <a:fillRect/>
          </a:stretch>
        </p:blipFill>
        <p:spPr>
          <a:xfrm rot="1240514">
            <a:off x="8124120" y="2286000"/>
            <a:ext cx="3749040" cy="3749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3317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2" name="Text 7"/>
          <p:cNvSpPr/>
          <p:nvPr/>
        </p:nvSpPr>
        <p:spPr>
          <a:xfrm>
            <a:off x="1170432" y="32918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640080" y="416052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  <a:effectLst>
            <a:outerShdw blurRad="203200" dist="38100" dir="5400000" algn="bl" rotWithShape="0">
              <a:srgbClr val="0A2647">
                <a:alpha val="22000"/>
              </a:srgbClr>
            </a:outerShdw>
          </a:effectLst>
        </p:spPr>
      </p:sp>
      <p:pic>
        <p:nvPicPr>
          <p:cNvPr id="14" name="Image 3" descr="/home/claude/aircraft-ppt/assets/icons/plan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42569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33425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2520090115  •  Aircraft Maintenance Tracker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Sainath Reddy   |   Roll No: 2520090115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782</Words>
  <Application>Microsoft Office PowerPoint</Application>
  <PresentationFormat>Widescreen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Aircraft Maintenance Tracker</dc:title>
  <dc:subject>PptxGenJS Presentation</dc:subject>
  <dc:creator>N. Sainath Reddy</dc:creator>
  <cp:lastModifiedBy>sai nath reddy</cp:lastModifiedBy>
  <cp:revision>7</cp:revision>
  <dcterms:created xsi:type="dcterms:W3CDTF">2026-06-19T04:26:31Z</dcterms:created>
  <dcterms:modified xsi:type="dcterms:W3CDTF">2026-06-19T09:00:25Z</dcterms:modified>
</cp:coreProperties>
</file>